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r>
              <a:rPr sz="800" b="0" i="0" u="none" strike="noStrike">
                <a:solidFill>
                  <a:srgbClr val="B0BEC5"/>
                </a:solidFill>
                <a:latin typeface="Arial"/>
              </a:rPr>
              <a:t>Revenue Contribution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285F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77F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51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Google Ads</c:v>
                  </c:pt>
                  <c:pt idx="1">
                    <c:v>Meta Ads</c:v>
                  </c:pt>
                  <c:pt idx="2">
                    <c:v>Snapchat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63377</c:v>
                </c:pt>
                <c:pt idx="1">
                  <c:v>69372</c:v>
                </c:pt>
                <c:pt idx="2">
                  <c:v>11181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3D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1"/>
        </a:solidFill>
        <a:ln>
          <a:noFill/>
        </a:ln>
        <a:effectLst/>
      </c:spPr>
    </c:plotArea>
    <c:plotVisOnly val="1"/>
    <c:dispBlanksAs val="span"/>
  </c:chart>
  <c:spPr>
    <a:solidFill>
      <a:srgbClr val="0D142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Performance Report  |  Apr 27 – May 3,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0"/>
          </a:xfrm>
          <a:prstGeom prst="line">
            <a:avLst/>
          </a:prstGeom>
          <a:noFill/>
          <a:ln w="9525">
            <a:solidFill>
              <a:srgbClr val="2E3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softened as spend rose — ROAS stayed above target, but WoW trend reversed.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993392" cy="9144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54864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874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SPEND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2057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$14,048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" y="239572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+8.0% WoW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95728" y="1783080"/>
            <a:ext cx="1993392" cy="9144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1783080"/>
            <a:ext cx="54864" cy="9144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874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PLATFORM REV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23744" y="2057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$143,930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23744" y="239572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−2.1% WoW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17136" y="1783080"/>
            <a:ext cx="1993392" cy="9144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17136" y="1783080"/>
            <a:ext cx="54864" cy="91440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874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45152" y="2057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10.25x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45152" y="239572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 WoW · target 7x 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38544" y="1783080"/>
            <a:ext cx="1993392" cy="9144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38544" y="1783080"/>
            <a:ext cx="54864" cy="91440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87452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CPO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66560" y="20574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$20.58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2395728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 WoW · target &lt;$22 ✓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852928"/>
            <a:ext cx="8595360" cy="566928"/>
          </a:xfrm>
          <a:prstGeom prst="rect">
            <a:avLst/>
          </a:prstGeom>
          <a:solidFill>
            <a:srgbClr val="131B2E"/>
          </a:solidFill>
          <a:ln w="6350">
            <a:solidFill>
              <a:srgbClr val="2E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907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ME (Ground Truth)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672 orders · $121,628 gross ·  reconciled to Admin ✓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ME Sessions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86,622 · 599 transactions · $120,665 revenue · Platforms vs Shopify gap: +18.0% 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Shopify Reconciled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2316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Revenue Gap &lt; 20%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ROAS &gt; 7x target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2084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CPO &lt; $22 target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73252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VERDICT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 – May 3,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rose +8.0% WoW while platform revenue slipped −2.1%, compressing ROAS from 11.31x to 10.25x and lifting CPO from $18.31 to $20.58. Both metrics remain within target ranges (ROAS &gt; 7x ✓, CPO &lt; $22 ✓). The week's efficiency dip is driven primarily by Meta test campaigns pulling down the blended average — the core performance campaigns remain strong.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44752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28016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Week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Week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WoW 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Spend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$143,930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$147,066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ROAS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11.31x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CPO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$22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ME 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Gross Rev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$121,628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$109,768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85032"/>
            <a:ext cx="4160520" cy="86868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3685032"/>
            <a:ext cx="54864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3721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38912" y="39227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test campaigns are the primary drag. Core campaigns (catalog, ASC UAE, ASC KSA, KC Test) stay strong at 12–18x ROAS. The fix is surgical — cut the weak tests, protect the winners.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09160" y="3685032"/>
            <a:ext cx="4160520" cy="86868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3685032"/>
            <a:ext cx="54864" cy="86868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3752" y="3721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ME — STRONG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873752" y="39227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orders / $121.6K gross — up +17% WoW in orders and +10.8% in revenue. AOV was $181 ✓. Shopify ground truth aligns with GA4 ME (−1.0% gap) confirming healthy organic + paid demand.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weekly performance | Apr 27–May 3, 2026 | Sources: Google Ads + Meta + Snapchat + GA4 ME + Shopify Admin ✓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732520" y="49743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MIX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 – May 3,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channels stayed above the 7x ROAS floor. Meta leads on revenue; Google delivers consistent scale; Snapchat maintains solid efficiency.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2743200" cy="24231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2743200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OK ] ROAS 9.34x  |  CPO $20.90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2468880" cy="0"/>
          </a:xfrm>
          <a:prstGeom prst="line">
            <a:avLst/>
          </a:prstGeom>
          <a:noFill/>
          <a:ln w="6350">
            <a:solidFill>
              <a:srgbClr val="2E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7373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$6,783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121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$63,377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0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1078992"/>
            <a:ext cx="2743200" cy="24231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72968" y="1078992"/>
            <a:ext cx="2743200" cy="73152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OK ] ROAS 11.24x  |  CPO $20.30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10128" y="1664208"/>
            <a:ext cx="2468880" cy="0"/>
          </a:xfrm>
          <a:prstGeom prst="line">
            <a:avLst/>
          </a:prstGeom>
          <a:noFill/>
          <a:ln w="6350">
            <a:solidFill>
              <a:srgbClr val="2E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44568" y="17373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$6,172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0128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44568" y="2121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$69,372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4568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71616" y="1078992"/>
            <a:ext cx="2743200" cy="24231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1078992"/>
            <a:ext cx="2743200" cy="731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1188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08776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OK ] ROAS 10.24x  |  CPO $20.22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08776" y="1664208"/>
            <a:ext cx="2468880" cy="0"/>
          </a:xfrm>
          <a:prstGeom prst="line">
            <a:avLst/>
          </a:prstGeom>
          <a:noFill/>
          <a:ln w="6350">
            <a:solidFill>
              <a:srgbClr val="2E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43216" y="17373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08776" y="2121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43216" y="21214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$11,181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08776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43216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5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274320" y="3584448"/>
          <a:ext cx="8595360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weekly performance | Apr 27–May 3, 2026 | Sources: Google Ads + Meta + Snapchat + GA4 ME + Shopify Admin ✓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732520" y="49743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CROSS-CHECK  ·  ME COUNTRIES ONLY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 – May 3,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and transactions grew solidly WoW. Checkout conversion held steady. GA4 revenue tracks Shopify ground truth within −1.0% — excellent alignment.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1993392" cy="8229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54864" cy="82296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70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353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86,622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" y="16916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countries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95728" y="1078992"/>
            <a:ext cx="1993392" cy="8229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1078992"/>
            <a:ext cx="54864" cy="82296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170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23744" y="1353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23744" y="16916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+10.7% WoW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17136" y="1078992"/>
            <a:ext cx="1993392" cy="8229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17136" y="1078992"/>
            <a:ext cx="54864" cy="82296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170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REVENUE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45152" y="1353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$120.7K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45152" y="16916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−1.0% vs Shopify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38544" y="1078992"/>
            <a:ext cx="1993392" cy="822960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38544" y="1078992"/>
            <a:ext cx="54864" cy="8229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1704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66560" y="1353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16916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rate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29968"/>
          <a:ext cx="4160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Stage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CVR to Next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86,622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to Cart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25,277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709160" y="2029968"/>
            <a:ext cx="4160520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20299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CROSS-CHECK TRIANGLE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709160" y="2286000"/>
            <a:ext cx="4160520" cy="0"/>
          </a:xfrm>
          <a:prstGeom prst="line">
            <a:avLst/>
          </a:prstGeom>
          <a:noFill/>
          <a:ln w="9525">
            <a:solidFill>
              <a:srgbClr val="29B6D4"/>
            </a:solidFill>
            <a:prstDash val="solid"/>
          </a:ln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331720"/>
          <a:ext cx="4160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77724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Shopify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Platforms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$143,930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+18.0%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GA4 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$120,665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-1.0% 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Shopify 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$121,628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274320" y="3520440"/>
            <a:ext cx="8595360" cy="713232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274320" y="3520440"/>
            <a:ext cx="54864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8912" y="355701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POINT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38912" y="37490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Cart-to-purchase CVR was 2.37% — demand is strong but final conversion step did not scale with traffic. Paid Social GA4 channel shows $3.3K (iOS attribution gap); true Paid Social revenue is captured in Cross-network bucket. Overall ME demand trajectory is healthy: sessions +11% WoW with matching transaction growth.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weekly performance | Apr 27–May 3, 2026 | Sources: Google Ads + Meta + Snapchat + GA4 ME + Shopify Admin ✓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8732520" y="49743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4008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645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READOUT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 – May 3,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3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 are clear and concentrated. Drag is isolated in three Meta test campaigns — cutting them would immediately lift the blended ROAS.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69848"/>
            <a:ext cx="4160520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9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4160520" cy="0"/>
          </a:xfrm>
          <a:prstGeom prst="line">
            <a:avLst/>
          </a:prstGeom>
          <a:noFill/>
          <a:ln w="9525">
            <a:solidFill>
              <a:srgbClr val="1DE9B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4160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77240"/>
                <a:gridCol w="777240"/>
                <a:gridCol w="685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2604_ME_conversion_manual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18.69x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 Test Main Account 1.0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17.98x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2604_ASC_UAE_ROAS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15.13x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KC Catalog sales 4.0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11.62x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AE-Sales-Performance-Max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9.96x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KicksCrew -Perf Max- 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9.35x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$20.43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09160" y="1069848"/>
            <a:ext cx="4160520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1069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REQUIRING ACTION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09160" y="1325880"/>
            <a:ext cx="4160520" cy="0"/>
          </a:xfrm>
          <a:prstGeom prst="line">
            <a:avLst/>
          </a:prstGeom>
          <a:noFill/>
          <a:ln w="9525">
            <a:solidFill>
              <a:srgbClr val="F44336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353312"/>
          <a:ext cx="41605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868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2604_ASC_EG_ROAS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2.39x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$116.60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2604_KSA_manual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$61.51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Pause/Rebuild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Format Test KSA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$55.32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2604_ASC_KSA_ROAS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$55.00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Restructure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KicksCrew PMax KU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$29.55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Format Test KU/QA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8.91x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$27.67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Budget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3840480"/>
            <a:ext cx="8595360" cy="749808"/>
          </a:xfrm>
          <a:prstGeom prst="rect">
            <a:avLst/>
          </a:prstGeom>
          <a:solidFill>
            <a:srgbClr val="0D1421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840480"/>
            <a:ext cx="54864" cy="74980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8912" y="387705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38912" y="407822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Pausing/restructuring ASC EG, KSA manual, and New Format Test KSA alone removes ~$476 of weekly spend at 3–4x ROAS, unlocking budget to reinforce 2604_ME_conversion_manual, KC Test Main Account 1.0, and ASC UAE which are running at 15–19x ROAS. Shopify ME orders grew +17% WoW, confirming the demand is there — it just needs better channel allocation.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421"/>
          </a:solidFill>
          <a:ln w="12700">
            <a:solidFill>
              <a:srgbClr val="0D142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weekly performance | Apr 27–May 3, 2026 | Sources: Google Ads + Meta + Snapchat + GA4 ME + Shopify Admin ✓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8732520" y="49743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9B6D4"/>
          </a:solidFill>
          <a:ln w="12700">
            <a:solidFill>
              <a:srgbClr val="29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ACTIONS FOR IHAB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675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Apr 27 – May 3, 2026  ·  Shopify reconciled ✓  ·  ROAS 10.25x ✓  ·  CPO $20.58 ✓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0"/>
          </a:xfrm>
          <a:prstGeom prst="line">
            <a:avLst/>
          </a:prstGeom>
          <a:noFill/>
          <a:ln w="9525">
            <a:solidFill>
              <a:srgbClr val="2E3D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8595360" cy="11430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73152" cy="114300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52144"/>
            <a:ext cx="347472" cy="347472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115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EGYPT &amp; KSA TEST DRAINS — TODAY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13716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2604_ASC_EG_ROAS (2.39x / $116 CPO), 2604_KSA_manual (3.94x / $61.51 CPO), and New Format Test KSA (4.27x / $55.32 CPO) are collectively burning ~$476/week at 3–4x ROAS. That's dead spend. Pause all three and reallocate budget to 2604_ME_conversion_manual and ASC UAE which are at 18.7x and 15.1x respectively.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8595360" cy="11430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73152" cy="11430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14016"/>
            <a:ext cx="347472" cy="34747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377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POKEMON CARDS CAMPAIGN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32688" y="263347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 Cards KSA &amp; UAE returned 12.5x ROAS ($7,896 revenue on $632 spend) with 32 purchases in the week. This is a high-intent product campaign performing above average. Increase budget by 40–50% and test broader audience layers (LAL 3–5%) to capture the demand while the trend holds.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547872"/>
            <a:ext cx="8595360" cy="1143000"/>
          </a:xfrm>
          <a:prstGeom prst="rect">
            <a:avLst/>
          </a:prstGeom>
          <a:solidFill>
            <a:srgbClr val="1C2640"/>
          </a:solidFill>
          <a:ln w="6350">
            <a:solidFill>
              <a:srgbClr val="2E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47872"/>
            <a:ext cx="73152" cy="1143000"/>
          </a:xfrm>
          <a:prstGeom prst="rect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75888"/>
            <a:ext cx="347472" cy="347472"/>
          </a:xfrm>
          <a:prstGeom prst="ellipse">
            <a:avLst/>
          </a:prstGeom>
          <a:solidFill>
            <a:srgbClr val="1DE9B6"/>
          </a:solidFill>
          <a:ln w="12700">
            <a:solidFill>
              <a:srgbClr val="1DE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6393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DE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CHECKOUT CONVERSION GAP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2688" y="389534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86,622 sessions generated only 599 purchases — a cart-to-purchase CVR of 2.37%. Shopify ME confirmed 672 orders ($181 AOV ✓). The checkout funnel shows 7,015 initiations converting to 8.5% purchases. Test: (1) exit-intent pop-up at checkout, (2) Arabic language checkout for KSA/UAE, (3) free shipping threshold nudge. Even +0.5pp CVR = +130 orders/week at current traffic.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73252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9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KICKS CREW ME Weekly Report Apr 27–May 3, 2026</dc:title>
  <dc:subject>PptxGenJS Presentation</dc:subject>
  <dc:creator>PptxGenJS</dc:creator>
  <cp:lastModifiedBy>PptxGenJS</cp:lastModifiedBy>
  <cp:revision>1</cp:revision>
  <dcterms:created xsi:type="dcterms:W3CDTF">2026-05-05T08:08:40Z</dcterms:created>
  <dcterms:modified xsi:type="dcterms:W3CDTF">2026-05-05T08:08:40Z</dcterms:modified>
</cp:coreProperties>
</file>