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7315200" cy="7315200"/>
          </a:xfrm>
          <a:prstGeom prst="rect">
            <a:avLst/>
          </a:prstGeom>
          <a:solidFill>
            <a:srgbClr val="1A0800"/>
          </a:solidFill>
          <a:ln w="12700">
            <a:solidFill>
              <a:srgbClr val="1A0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KICKS CREW — MIDDLE EAST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· GCC Performance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108960" cy="365760"/>
          </a:xfrm>
          <a:prstGeom prst="roundRect">
            <a:avLst>
              <a:gd name="adj" fmla="val 50000"/>
            </a:avLst>
          </a:prstGeom>
          <a:solidFill>
            <a:srgbClr val="1A08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· LAST 7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GCC Paid Search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Portfolio Review.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57200" y="484632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$5.9K weekly spend returning $68K in revenue at 11.4x ROAS — but the mix is unbalanced. Here's what's winning, what's hiding inefficiency, and where to move next.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035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368-224-2765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6035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 – Apr 22,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6035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CURRENCY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(converted HKD 7.80)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HEADLINE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portfolio is winning — but uneven.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779776" cy="1920240"/>
          </a:xfrm>
          <a:prstGeom prst="roundRect">
            <a:avLst>
              <a:gd name="adj" fmla="val 7143"/>
            </a:avLst>
          </a:prstGeom>
          <a:solidFill>
            <a:srgbClr val="1A08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$68,065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35204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 · GCC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2103120"/>
            <a:ext cx="2779776" cy="192024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8728" y="233172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38728" y="26974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$5,975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38728" y="35204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campaigns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2103120"/>
            <a:ext cx="2779776" cy="192024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233172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91656" y="26974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11.39x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91656" y="35204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portfolio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15984" y="2103120"/>
            <a:ext cx="2779776" cy="1920240"/>
          </a:xfrm>
          <a:prstGeom prst="roundRect">
            <a:avLst>
              <a:gd name="adj" fmla="val 714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4584" y="2331720"/>
            <a:ext cx="2322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44584" y="269748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$18.75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44584" y="3520440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318.62 conv · $213 AOV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1274552" cy="1737360"/>
          </a:xfrm>
          <a:prstGeom prst="roundRect">
            <a:avLst>
              <a:gd name="adj" fmla="val 789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blended efficiency — but two campaigns carry the account while two others drag it. The most efficient campaign (KSA PMax, 13x ROAS) is underfunded. The weakest (Kuwait PMax, 6.4x ROAS, $34 CPO) is bleeding. Rebalancing the mix could add ~$4K weekly revenue without increasing spend.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Google Ads GCC Report  ·  Apr 22,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spend is going.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7455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88720"/>
                <a:gridCol w="1280160"/>
                <a:gridCol w="1097280"/>
                <a:gridCol w="1097280"/>
                <a:gridCol w="1490472"/>
                <a:gridCol w="1463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CAMPAIGN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MARKET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SPEND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CONV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CPO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REVENUE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ROAS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AE-Sales-Performance-Max #NEW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D08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$2,794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156.75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$17.83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$34,041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08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12.18x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KicksCrew – Performance max – 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$1,584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97.57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$16.24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$20,674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08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13.05x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KicksCrew – Shop Conversion – 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DA3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$1,091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49.34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$22.11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$10,098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B8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9.26x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KicksCrew – Performance max – 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B8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KWT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$506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14.96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$33.80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$3,252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3B3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6.43x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spc="200" kern="0" dirty="0">
                          <a:solidFill>
                            <a:srgbClr val="FF3C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TOTAL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3C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GCC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$5,975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318.62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$18.75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$68,065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D08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11.39x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577840"/>
            <a:ext cx="11274552" cy="777240"/>
          </a:xfrm>
          <a:prstGeom prst="roundRect">
            <a:avLst>
              <a:gd name="adj" fmla="val 1176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READ   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drives volume, Saudi PMax drives efficiency. Saudi Shop Conversion is getting outcompeted on its own turf. Kuwait is the laggard.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Google Ads GCC Report  ·  Apr 22,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DATA IS TELLING 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signals worth acting on.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121408"/>
            <a:ext cx="137160" cy="137160"/>
          </a:xfrm>
          <a:prstGeom prst="ellipse">
            <a:avLst/>
          </a:prstGeom>
          <a:solidFill>
            <a:srgbClr val="00D084"/>
          </a:solidFill>
          <a:ln w="12700">
            <a:solidFill>
              <a:srgbClr val="00D0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08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WINNER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KSA PMax is underfunded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13.05x ROAS, cheapest CPO at $16.24, highest CVR at 1.09% — nearly 2× UAE, 3× Kuwait. Yet it only gets 27% of spend. Clear headroom to scale.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45352" y="182880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9672" y="2121408"/>
            <a:ext cx="137160" cy="137160"/>
          </a:xfrm>
          <a:prstGeom prst="ellipse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WORKHORSE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19672" y="2423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 PMax: volume, not efficiency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19672" y="2971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50% of revenue on 47% of spend. But CVR is only 0.68% on 23K clicks — ~22,800 clicked and didn't buy. Audience / landing-page leakage, not creative.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53128"/>
            <a:ext cx="137160" cy="137160"/>
          </a:xfrm>
          <a:prstGeom prst="ellipse">
            <a:avLst/>
          </a:prstGeom>
          <a:solidFill>
            <a:srgbClr val="B18CFF"/>
          </a:solidFill>
          <a:ln w="12700">
            <a:solidFill>
              <a:srgbClr val="B1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1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OVERLAP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KSA Shop Conv vs. KSA PMax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market, same shopper, same product. But PMax wins on every metric: 13.05x vs. 9.26x ROAS, $16 vs. $22 CPO. Clear consolidation opportunity.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45352" y="4160520"/>
            <a:ext cx="5486400" cy="2103120"/>
          </a:xfrm>
          <a:prstGeom prst="roundRect">
            <a:avLst>
              <a:gd name="adj" fmla="val 652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9672" y="4453128"/>
            <a:ext cx="137160" cy="137160"/>
          </a:xfrm>
          <a:prstGeom prst="ellipse">
            <a:avLst/>
          </a:prstGeom>
          <a:solidFill>
            <a:srgbClr val="FF3B3B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DRAG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19672" y="47548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Kuwait PMax is underperforming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19672" y="5303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on every metric: $33.80 CPO, 6.43x ROAS, 0.35% CVR. Small spend limits damage, but it pulls blended ROAS down. Rebuild or pause.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Google Ads GCC Report  ·  Apr 22,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· 1–3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priority order.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74552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659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KSA Shop Conv → KSA PMax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03120" y="251460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Shop Conversion by 50% and redirect into PMax. Monitor for 7 days — if CPO and ROAS hold, kill Shop Conv entirely. Projected upside: +~$4K weekly revenue at the same spend.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49840" y="210312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C1C1C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21031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74552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10312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KSA PMax by 30–50%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103120" y="39776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weekly budget from $1,584 → $2,200–2,400. Your best-performing campaign is starved. Saudi has the most efficient auction, highest CVR, and an Arabic-first audience that's converting.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49840" y="356616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C1C1C"/>
          </a:solidFill>
          <a:ln w="12700">
            <a:solidFill>
              <a:srgbClr val="FF3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35661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3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11274552" cy="1280160"/>
          </a:xfrm>
          <a:prstGeom prst="roundRect">
            <a:avLst>
              <a:gd name="adj" fmla="val 8571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92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210312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UAE PMax conversion path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103120" y="54406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cut budget. Fix leakage first: (a) landing page speed + Arabic experience, (b) low-intent YouTube / Display traffic, (c) feed optimization with Arabic product titles. Scale only after fixing.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49840" y="5029200"/>
            <a:ext cx="1417320" cy="320040"/>
          </a:xfrm>
          <a:prstGeom prst="roundRect">
            <a:avLst>
              <a:gd name="adj" fmla="val 48571"/>
            </a:avLst>
          </a:prstGeom>
          <a:solidFill>
            <a:srgbClr val="1C1C1C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50292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Google Ads GCC Report  ·  Apr 22,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109728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666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· 4–5 + BUDGET SHIFT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Close the loop.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78308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Kuwait: pause, then relaunch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2 weeks. Reallocate the $506 to KSA PMax. Plan a May relaunch with Kuwait-specific creative — Arabic-first, Kuwaiti-dialect hooks, Kuwait-only signals.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198424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98424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B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760720" cy="1097280"/>
          </a:xfrm>
          <a:prstGeom prst="roundRect">
            <a:avLst>
              <a:gd name="adj" fmla="val 10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546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78308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Creative: Arabic-first on KSA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8308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KSA audience converts 60% better than UAE. Match the brand voice in PMax assets — youth-focused, Saudi dialect, hype-driven. وصل الجديد · لا تفوت دروب اليوم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32186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1C1C1C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2186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ONGOING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SUGGESTED BUDGET · NEXT 7 DAYS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48840"/>
          <a:ext cx="5212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CAMPAIGN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CURRENT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NEW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200" kern="0" dirty="0">
                          <a:solidFill>
                            <a:srgbClr val="666666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Δ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UAE PMax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$2,794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$2,794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A0A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 PMax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$1,584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$2,300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D084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▲ +45%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 Shop Conv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$1,091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$545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▼ −50%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Kuwait PMax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$506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$0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3B3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PAUSE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200" kern="0" dirty="0">
                          <a:solidFill>
                            <a:srgbClr val="FF3C0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TOTAL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$5,975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5F5F5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$5,639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3B3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▼ −6%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0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492240" y="4663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Net: slightly less spend, concentrated on the two strongest campaigns. Revisit in 7 days.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KICKS CREW ME  ·  Google Ads GCC Report  ·  Apr 22,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53796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7 DAYS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Rebalance.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 what works.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182880" cy="182880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566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7744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Shop Conv budget into PMax.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343400"/>
            <a:ext cx="182880" cy="182880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0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PMax by 30–50% this week.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182880" cy="182880"/>
          </a:xfrm>
          <a:prstGeom prst="ellipse">
            <a:avLst/>
          </a:prstGeom>
          <a:solidFill>
            <a:srgbClr val="FF3C00"/>
          </a:solidFill>
          <a:ln w="12700">
            <a:solidFill>
              <a:srgbClr val="FF3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37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3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PAUSE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Kuwait. Rebuild for May.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KICKS CREW 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· Apr 22,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6355080"/>
            <a:ext cx="578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Windsor.ai → Google Ads · Account 368-224-2765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2026-04-22T09:36:28Z</dcterms:created>
  <dcterms:modified xsi:type="dcterms:W3CDTF">2026-04-22T09:36:28Z</dcterms:modified>
</cp:coreProperties>
</file>