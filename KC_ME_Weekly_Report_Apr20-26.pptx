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13"/>
    <p:sldId id="263" r:id="rId14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ADS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REPORT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1E1E1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Week: 20 Apr 2026 → 26 Apr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Mon 27 Apr 2026  ·  Targets: ROAS ≥ 7x  ·  CPO ≤ $22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1554480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40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3840480"/>
            <a:ext cx="1554480" cy="292608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840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0520" y="3840480"/>
            <a:ext cx="1554480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840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743200" cy="2148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0" y="30632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10.61x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17920" y="36850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7x target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5120" y="3913632"/>
            <a:ext cx="182880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023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4206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4370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$19.65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17920" y="4709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 target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ME — Orders &amp; Revenue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(non-cancelled) · 20 Apr 2026 → 26 Apr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+20.1% vs prev week ↑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GMV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$113,634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 vs prev week ↑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week: $190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Markets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countries ✅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670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COUNTRY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 orders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990088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990088"/>
            <a:ext cx="1962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orders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502152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502152"/>
            <a:ext cx="14016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9164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orders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4014216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4014216"/>
            <a:ext cx="216885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2633472"/>
            <a:ext cx="3154680" cy="235915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0644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+20.1%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80644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06440" y="4251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-8.9%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3682242765  ·  20 Apr 2026 → 26 Apr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1325880" cy="777240"/>
          </a:xfrm>
          <a:prstGeom prst="rect">
            <a:avLst/>
          </a:prstGeom>
          <a:solidFill>
            <a:srgbClr val="EBF3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$7,212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5648" y="1481328"/>
            <a:ext cx="1325880" cy="777240"/>
          </a:xfrm>
          <a:prstGeom prst="rect">
            <a:avLst/>
          </a:prstGeom>
          <a:solidFill>
            <a:srgbClr val="EBF3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55648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$73,889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91256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91256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10.24x 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26864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26864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$19.92 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62472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62472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3,795,120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239572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10.24x — above target 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239572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$19.92 — below $22 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28163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BREAKDOWN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090672"/>
            <a:ext cx="30175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37560" y="3090672"/>
            <a:ext cx="11887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26280" y="3090672"/>
            <a:ext cx="11887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090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15000" y="3090672"/>
            <a:ext cx="109728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12280" y="3090672"/>
            <a:ext cx="109728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3346704"/>
            <a:ext cx="3017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AE-Sales-PMax (UAE)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37560" y="3346704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$3,736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3346704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26280" y="3346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15000" y="3346704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10.93x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12280" y="3346704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1228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648456"/>
            <a:ext cx="30175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6484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KicksCrew -Shop Conv- SA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37560" y="3648456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$506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26280" y="3648456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628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715000" y="3648456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3648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8.15x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12280" y="3648456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12280" y="3648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0040" y="3950208"/>
            <a:ext cx="3017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3950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KicksCrew -PMax- SA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337560" y="395020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3756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$2,275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26280" y="3950208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26280" y="3950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715000" y="3950208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15000" y="3950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10.95x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812280" y="3950208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12280" y="3950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4251960"/>
            <a:ext cx="30175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KicksCrew -PMax- KU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337560" y="4251960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3756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$694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26280" y="4251960"/>
            <a:ext cx="118872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2628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715000" y="4251960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1500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5.79x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812280" y="4251960"/>
            <a:ext cx="10972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1228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20040" y="4553712"/>
            <a:ext cx="3017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553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KW-Sales-PMax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337560" y="4553712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37560" y="4553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526280" y="4553712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26280" y="4553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5715000" y="4553712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15000" y="4553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—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812280" y="4553712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12280" y="4553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act_2790197764523614  ·  20 Apr 2026 → 26 Apr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1325880" cy="777240"/>
          </a:xfrm>
          <a:prstGeom prst="rect">
            <a:avLst/>
          </a:prstGeom>
          <a:solidFill>
            <a:srgbClr val="EBF0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$4,967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5648" y="1481328"/>
            <a:ext cx="1325880" cy="777240"/>
          </a:xfrm>
          <a:prstGeom prst="rect">
            <a:avLst/>
          </a:prstGeom>
          <a:solidFill>
            <a:srgbClr val="EBF0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5648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55648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$51,158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91256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1256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191256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10.30x 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26864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26864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$20.53 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62472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62472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148132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53619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98080" y="171907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239572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10.30x — above target ✅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2395728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3957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$20.53 — below $22 target ✅  |  Watch New Format Test KSA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28163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BREAKDOWN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090672"/>
            <a:ext cx="25603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80360" y="3090672"/>
            <a:ext cx="10058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036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86200" y="3090672"/>
            <a:ext cx="12344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6200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20640" y="3090672"/>
            <a:ext cx="96012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0906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80760" y="3090672"/>
            <a:ext cx="10058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086600" y="3090672"/>
            <a:ext cx="10058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3346704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46704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Catalog sales 4.0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880360" y="3346704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334670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$2,006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86200" y="3346704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3346704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550,011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20640" y="3346704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346704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80760" y="3346704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334670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10.59x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086600" y="3346704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334670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0040" y="3579876"/>
            <a:ext cx="25603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579876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Format Test KSA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880360" y="3579876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0360" y="357987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$1,003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886200" y="3579876"/>
            <a:ext cx="12344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86200" y="3579876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244,442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120640" y="3579876"/>
            <a:ext cx="9601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3579876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80760" y="3579876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0760" y="357987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4.42x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086600" y="3579876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86600" y="357987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20040" y="3813048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813048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2604_ME_conv_manual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880360" y="3813048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80360" y="3813048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886200" y="3813048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86200" y="3813048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50,918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120640" y="3813048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20640" y="3813048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080760" y="3813048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3813048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12.20x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086600" y="3813048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86600" y="3813048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20040" y="4046220"/>
            <a:ext cx="25603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4046220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Cards KSA &amp; UAE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880360" y="4046220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880360" y="4046220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$488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886200" y="4046220"/>
            <a:ext cx="12344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86200" y="4046220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127,271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20640" y="4046220"/>
            <a:ext cx="9601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20640" y="4046220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080760" y="4046220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80760" y="4046220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21.59x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086600" y="4046220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86600" y="4046220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20040" y="4279392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279392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Format Test KU &amp; QA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880360" y="4279392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880360" y="427939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86200" y="4279392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86200" y="4279392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57,778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120640" y="4279392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20640" y="4279392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080760" y="4279392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80760" y="427939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10.32x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7086600" y="4279392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086600" y="4279392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20040" y="4512564"/>
            <a:ext cx="25603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0040" y="4512564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Test Main Acct 1.0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2880360" y="4512564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880360" y="451256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$289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886200" y="4512564"/>
            <a:ext cx="12344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886200" y="4512564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48,121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120640" y="4512564"/>
            <a:ext cx="96012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20640" y="4512564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080760" y="4512564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80760" y="451256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10.13x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7086600" y="4512564"/>
            <a:ext cx="1005840" cy="224028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086600" y="4512564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320040" y="4745736"/>
            <a:ext cx="25603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0040" y="4745736"/>
            <a:ext cx="2560320" cy="22402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Catalog sales 3.0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2880360" y="4745736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880360" y="474573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$242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3886200" y="4745736"/>
            <a:ext cx="12344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886200" y="4745736"/>
            <a:ext cx="12344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78,391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5120640" y="4745736"/>
            <a:ext cx="96012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120640" y="4745736"/>
            <a:ext cx="9601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6080760" y="4745736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080760" y="474573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4.97x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7086600" y="4745736"/>
            <a:ext cx="1005840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086600" y="4745736"/>
            <a:ext cx="10058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Ads Performance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c938fd61  ·  20 Apr 2026 → 26 Apr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&amp; UAE both running full week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13258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55648" y="1847088"/>
            <a:ext cx="13258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755648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$12,933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91256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1256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91256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15.60x 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26864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26864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$14.29 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62472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62472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1847088"/>
            <a:ext cx="132588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498080" y="20848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89,226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2788920"/>
            <a:ext cx="411480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852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090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KSA — Sales Test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337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17.75x ROAS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 spend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Scale KSA further; grow UAE to match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7889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BREAKDOWN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178308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63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37960" y="3063240"/>
            <a:ext cx="82296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60920" y="3063240"/>
            <a:ext cx="82296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83880" y="3063240"/>
            <a:ext cx="82296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006840" y="3063240"/>
            <a:ext cx="777240" cy="25603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06840" y="3063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319272"/>
            <a:ext cx="17830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Test KSA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37960" y="3319272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60920" y="3319272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6092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83880" y="3319272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17.75x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006840" y="3319272"/>
            <a:ext cx="777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6840" y="3319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3621024"/>
            <a:ext cx="178308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6210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Test UAE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37960" y="3621024"/>
            <a:ext cx="82296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60920" y="3621024"/>
            <a:ext cx="82296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6092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83880" y="3621024"/>
            <a:ext cx="82296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8388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8.79x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006840" y="3621024"/>
            <a:ext cx="77724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06840" y="36210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Feedback &amp; Actions for Ihab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 ·  Week 20 Apr 2026 → 26 Apr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2788920" cy="327355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361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659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Cards — 21.6x ROAS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$488 Meta spend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Meta budget +50% test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KSA — 17.75x ROAS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172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 spend, 51 purchases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$1k/wk next sprint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886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PMax SA — 10.95x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$2,275 spend, 130 conv.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+20% budget lift this week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18688" y="1481328"/>
            <a:ext cx="2788920" cy="32735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15361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FIX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55848" y="19659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Format Test KSA — 4.42x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55848" y="2212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$1,003 spend, $44 CPO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creative &amp; landing page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310128" y="28803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KU PMax — 5.79x ROAS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3172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$694 spend, $37 CPO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→ restructure bids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10128" y="38404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55848" y="3886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Catalog sales 3.0 — 4.97x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55848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$242 spend, only 8 purchases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audience or pause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63056" y="1481328"/>
            <a:ext cx="2788920" cy="327355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15361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WATCH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54496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00216" y="19659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UAE — 8.79x, 7 purchases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00216" y="22128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signal; needs more volume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slowly, watch CPO ($28)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54496" y="28803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0216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gap — 21%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0216" y="31729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$138k vs Shopify $114k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above 20% flag — monitor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54496" y="38404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00216" y="3886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CPO $19.65 ✅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00216" y="41330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below $22 target!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spend mix &amp; scale winners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800600"/>
            <a:ext cx="8595360" cy="731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— MTD OKR Pacing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1–26 (87% elapsed)  ·  FY27 Annual Target: $32M GMV · 13.5x ROAS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GMV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$394,540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 of Apr target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Ad Spend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$52,112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of Apr budget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7.57x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13.5x ⚠️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Ad Spend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Apr 2025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670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 PROGRESS vs APRIL OKR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$394,540 of $973,913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990088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990088"/>
            <a:ext cx="14813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2,130 of 5,478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502152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502152"/>
            <a:ext cx="1422806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9164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$52,112 of $72,142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4014216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4014216"/>
            <a:ext cx="2640787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2633472"/>
            <a:ext cx="3154680" cy="235915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HIGHLIGHTS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0644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80644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+417%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06440" y="4251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Intelligence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27 Apr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— Apr 2025 vs Apr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audited accounts  ·  Apr 2025: Google only  ·  Apr 2026: Google + Meta + Snapchat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$10.7K → $52.1K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Revenue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$97.7K → $504.8K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Channels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1772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Meta + Snap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201168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ROAS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9.16x → 9.69x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670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SPLIT — APR 2026 MTD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00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$30,656 MTD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2990088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990088"/>
            <a:ext cx="2150669" cy="1828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3456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91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$19,947 MTD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34640" y="3502152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3502152"/>
            <a:ext cx="1401600" cy="182880"/>
          </a:xfrm>
          <a:prstGeom prst="rect">
            <a:avLst/>
          </a:prstGeom>
          <a:solidFill>
            <a:srgbClr val="1877F2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56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91640" y="3968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$1,509 MTD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34640" y="4014216"/>
            <a:ext cx="3657600" cy="18288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4014216"/>
            <a:ext cx="10607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2633472"/>
            <a:ext cx="3154680" cy="2359152"/>
          </a:xfrm>
          <a:prstGeom prst="rect">
            <a:avLst/>
          </a:prstGeom>
          <a:solidFill>
            <a:srgbClr val="F8F8F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274320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 → APR 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06440" y="3063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+388%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806440" y="36576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+417%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806440" y="42519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251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Weekly Report  ·  20 Apr 2026 → 26 Apr 2026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937760"/>
            <a:ext cx="10972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KICKS CREW ME — Weekly Ads Report</dc:title>
  <dc:subject>PptxGenJS Presentation</dc:subject>
  <dc:creator>PptxGenJS</dc:creator>
  <cp:lastModifiedBy>PptxGenJS</cp:lastModifiedBy>
  <cp:revision>1</cp:revision>
  <dcterms:created xsi:type="dcterms:W3CDTF">2026-04-13T09:57:31Z</dcterms:created>
  <dcterms:modified xsi:type="dcterms:W3CDTF">2026-04-13T09:57:31Z</dcterms:modified>
</cp:coreProperties>
</file>