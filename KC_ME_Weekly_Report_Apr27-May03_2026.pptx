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be8ee0e5ff4af3" /><Relationship Type="http://schemas.openxmlformats.org/officeDocument/2006/relationships/extended-properties" Target="/docProps/app.xml" Id="Rb17d3998148d48e9" /><Relationship Type="http://schemas.openxmlformats.org/officeDocument/2006/relationships/officeDocument" Target="/ppt/presentation.xml" Id="Raed3197bc0d44c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cb724003e4dba"/>
  </p:sldMasterIdLst>
  <p:notesMasterIdLst>
    <p:notesMasterId xmlns:r="http://schemas.openxmlformats.org/officeDocument/2006/relationships" r:id="Rf403238e2d0a4397"/>
  </p:notesMasterIdLst>
  <p:sldIdLst>
    <p:sldId xmlns:r="http://schemas.openxmlformats.org/officeDocument/2006/relationships" id="256" r:id="R54d1998bc65a49e2"/>
    <p:sldId xmlns:r="http://schemas.openxmlformats.org/officeDocument/2006/relationships" id="257" r:id="Ra842065bf65d4f8c"/>
    <p:sldId xmlns:r="http://schemas.openxmlformats.org/officeDocument/2006/relationships" id="258" r:id="R8783a658e6ff46ce"/>
    <p:sldId xmlns:r="http://schemas.openxmlformats.org/officeDocument/2006/relationships" id="259" r:id="R73b42fc6ed0d488f"/>
    <p:sldId xmlns:r="http://schemas.openxmlformats.org/officeDocument/2006/relationships" id="260" r:id="Re0bfa49f6d3540c5"/>
    <p:sldId xmlns:r="http://schemas.openxmlformats.org/officeDocument/2006/relationships" id="261" r:id="R5737b742c26546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1cb724003e4dba" /><Relationship Type="http://schemas.openxmlformats.org/officeDocument/2006/relationships/theme" Target="/ppt/theme/theme1.xml" Id="Ra492cc39347144ef" /><Relationship Type="http://schemas.openxmlformats.org/officeDocument/2006/relationships/notesMaster" Target="/ppt/notesMasters/notesMaster1.xml" Id="Rf403238e2d0a4397" /><Relationship Type="http://schemas.openxmlformats.org/officeDocument/2006/relationships/presProps" Target="/ppt/presProps.xml" Id="R47f96543e2f54e74" /><Relationship Type="http://schemas.openxmlformats.org/officeDocument/2006/relationships/viewProps" Target="/ppt/viewProps.xml" Id="Ree5657ad88d2455e" /><Relationship Type="http://schemas.openxmlformats.org/officeDocument/2006/relationships/tableStyles" Target="/ppt/tableStyles.xml" Id="Rcd5e31a034de4fcc" /><Relationship Type="http://schemas.openxmlformats.org/officeDocument/2006/relationships/slide" Target="/ppt/slides/slide1.xml" Id="R54d1998bc65a49e2" /><Relationship Type="http://schemas.openxmlformats.org/officeDocument/2006/relationships/slide" Target="/ppt/slides/slide2.xml" Id="Ra842065bf65d4f8c" /><Relationship Type="http://schemas.openxmlformats.org/officeDocument/2006/relationships/slide" Target="/ppt/slides/slide3.xml" Id="R8783a658e6ff46ce" /><Relationship Type="http://schemas.openxmlformats.org/officeDocument/2006/relationships/slide" Target="/ppt/slides/slide4.xml" Id="R73b42fc6ed0d488f" /><Relationship Type="http://schemas.openxmlformats.org/officeDocument/2006/relationships/slide" Target="/ppt/slides/slide5.xml" Id="Re0bfa49f6d3540c5" /><Relationship Type="http://schemas.openxmlformats.org/officeDocument/2006/relationships/slide" Target="/ppt/slides/slide6.xml" Id="R5737b742c26546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b36b54910a745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0402d9af384c12" /><Relationship Type="http://schemas.openxmlformats.org/officeDocument/2006/relationships/notesMaster" Target="/ppt/notesMasters/notesMaster1.xml" Id="R9e005d6ae75144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8ece8d3b2c4c3b" /><Relationship Type="http://schemas.openxmlformats.org/officeDocument/2006/relationships/notesMaster" Target="/ppt/notesMasters/notesMaster1.xml" Id="R5ace9b1a82904f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d2067aca3a4f0e" /><Relationship Type="http://schemas.openxmlformats.org/officeDocument/2006/relationships/notesMaster" Target="/ppt/notesMasters/notesMaster1.xml" Id="Rf3a24c52c58d44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2db82d4bcd4ac8" /><Relationship Type="http://schemas.openxmlformats.org/officeDocument/2006/relationships/notesMaster" Target="/ppt/notesMasters/notesMaster1.xml" Id="R8f537a10cd0045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35772126a14f00" /><Relationship Type="http://schemas.openxmlformats.org/officeDocument/2006/relationships/notesMaster" Target="/ppt/notesMasters/notesMaster1.xml" Id="Rca1b2d298f4a44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bb5134b44e4fd9" /><Relationship Type="http://schemas.openxmlformats.org/officeDocument/2006/relationships/notesMaster" Target="/ppt/notesMasters/notesMaster1.xml" Id="R611a26c4fa3a42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14251162a473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2f1be393d34040" /><Relationship Type="http://schemas.openxmlformats.org/officeDocument/2006/relationships/slideLayout" Target="/ppt/slideLayouts/slideLayout2.xml" Id="R8a6f20430f0248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6f20430f0248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ba83c325884a54" /><Relationship Type="http://schemas.openxmlformats.org/officeDocument/2006/relationships/notesSlide" Target="/ppt/notesSlides/notesSlide1.xml" Id="Rb6c6603a5f3f48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f83399a17e4b94" /><Relationship Type="http://schemas.openxmlformats.org/officeDocument/2006/relationships/notesSlide" Target="/ppt/notesSlides/notesSlide2.xml" Id="R2b1b55a8c84e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daa175d62c45ae" /><Relationship Type="http://schemas.openxmlformats.org/officeDocument/2006/relationships/notesSlide" Target="/ppt/notesSlides/notesSlide3.xml" Id="R1af184d737bb4a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81b04554c9478a" /><Relationship Type="http://schemas.openxmlformats.org/officeDocument/2006/relationships/notesSlide" Target="/ppt/notesSlides/notesSlide4.xml" Id="R8d6143adb85d49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2a30e81f174ea5" /><Relationship Type="http://schemas.openxmlformats.org/officeDocument/2006/relationships/notesSlide" Target="/ppt/notesSlides/notesSlide5.xml" Id="Rb0c232bff6cc42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94da390054d4f" /><Relationship Type="http://schemas.openxmlformats.org/officeDocument/2006/relationships/notesSlide" Target="/ppt/notesSlides/notesSlide6.xml" Id="R24f9487167c647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E54BA-1F29-4609-A499-0BE248EB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E627D-7DE6-4C69-9C0C-C2AB1E28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72CC-337D-4F00-B595-5802FAE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847E2-C871-4B89-B187-79483F7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D0D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D0DA"/>
                </a:solidFill>
                <a:latin typeface="Aptos"/>
                <a:ea typeface="Aptos"/>
                <a:cs typeface="Aptos"/>
              </a:rPr>
              <a:t>KICKS CREW 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7A7DA-CC83-493C-8710-59AA747C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D0D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9D0DA"/>
                </a:solidFill>
                <a:latin typeface="Aptos"/>
                <a:ea typeface="Aptos"/>
                <a:cs typeface="Aptos"/>
              </a:rPr>
              <a:t>Weekly performance report | Apr 27-May 03,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B5069-9BBA-49B8-BA22-B1E64116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619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Strong absolute return,</a:t>
            </a:r>
          </a:p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but efficiency softened</a:t>
            </a:r>
          </a:p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 spend rose.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DCBB0-A777-4859-8B39-733601DE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790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2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2EF"/>
                </a:solidFill>
                <a:latin typeface="Aptos"/>
                <a:ea typeface="Aptos"/>
                <a:cs typeface="Aptos"/>
              </a:rPr>
              <a:t>Blended paid ROAS stayed above target at 10.16x, while CPO held under the $22 target. The issue is momentum: spend grew 8.0% WoW while platform revenue slipped 1.0%, leaving the week blocked for publishing until Shopify Admin reconciliation clears.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EE964-8401-4B05-B8E1-DB735D7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06F9D-5CFA-4EEC-ACF3-8A1D0771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66E91-503B-493D-A307-75F1146E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BLENDED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CB779-7259-44DE-AB83-B61486E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$14,046.93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8ED24-6707-4C4F-937D-50567CAC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+7.99% WoW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8F125-8F27-4E24-95F2-AD81D15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35A65-BA4F-4BE2-B79C-50556BA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28409-B211-4F51-AC11-68FF3845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 PLATFORM 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ECE85-6D59-4BD2-9A69-2829F93B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101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$142,707.96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EB3E6-D49B-4126-8342-DE75FF58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1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-0.95% WoW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D03F9-4E9B-4BDF-89EE-45F1CAD2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481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25ACB-ED46-4698-BD63-8DD85684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481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37D4E-E4B0-43A5-9C05-AF6E914D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BLENDED ROAS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8A1E4-6F66-4ECB-8AF7-88A0106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01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10.16x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5E8A3-E90C-4D5E-94CD-414F64EB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-8.30% WoW, still above 7x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60E77-96A3-40B2-AD13-A5A89D3C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3FD1E-AC83-4C5D-8D4F-709AACF1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0680C-8B46-4AE3-9F95-29DF5429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005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BLENDED CPO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109889-ED74-41D8-BE42-46257DFC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101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$20.83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FEF6B-41F0-4F1C-BF18-9449DCE1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91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+11.75% WoW, still below $22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72C798-892F-495D-A825-70FF921F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C83645-44FD-4684-AAF8-8B4090E8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Status: blocked pending Shopify Admin reconciliation before Slack publishing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A3BE7D-DD7D-42CB-96D1-1C2E1B7F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1983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633DF-3D35-4C43-8B02-308C7E9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ED774-2934-4D53-960B-619B813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WEEKLY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D34BC-6F65-4A18-ABB0-A955ACEC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723BB-7B2A-4ECB-BB35-57B9D9FE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week cleared paid-media targets, but the WoW direction was not clean.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AC2B8-6A88-41E4-9775-DA3B495F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Spend accelerated faster than revenue, which compressed ROAS and lifted CPO even though both metrics remained in acceptable territory.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25CFB-6452-4450-8606-555813E9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2C1EF-1970-485F-B5F3-46E4D5DE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9630E-8551-4510-B8B1-3582A2E2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377C7-1831-43B4-B734-6F55A658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 Week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5C505-C61C-43C5-B92F-BCF2B662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E7F02-E876-496C-9F95-E4107CE0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Blended Spend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F4819-9166-4782-98E0-48EB3B11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$14,046.93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610DB-5E69-4F88-89C3-6C5CA763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908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$13,007.39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C06A3-B1C3-4A84-9FA8-2D0FEC4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+7.99%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92145-9962-49C1-9D38-3DA82B16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3022B-DC4E-490C-B92E-699076DD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Blended Revenue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1E315-8989-467C-97EC-3C2C099F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290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$142,707.96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801E3-8915-4944-8551-E782F3AB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$144,073.58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8508D-ACAE-4A2F-81C3-66678C7B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-0.95%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0B0A1-3E70-4E57-9E2D-5C5E35CA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Blended ROAS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E09AB-2480-4CD4-B87F-5C394C32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67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10.16x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7B041-2640-48C0-A6B8-437030EA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67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11.08x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5663D-6C64-4045-9480-2C90AF44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671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-8.30%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42676-10B2-4013-AD58-ED98121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9DE8E-413F-4EA6-AA6D-4E839A30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Blended CPO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2DFCD-49E0-4E44-B1B3-2C2C5DFB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$20.83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C6A85F-10D8-44C8-9858-B13BF176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$18.64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8A612-D309-45CB-980E-EBFB3508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053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+11.75%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5F412-C4DA-40FA-A6D4-F8A91DD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2381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D3E4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6556A1-8B95-4B99-974E-5E1460A0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MAIN READOUT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BC78F-95DD-4616-A85C-4DD59AAF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Performance is still strong on an absolute basis. The near-term question is not whether ME can scale; it is where the incremental spend should stop until test-campaign drag is cleaned up.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FC89E-A6BE-4EE9-810E-BF881F4D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815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D3E4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E71C2-89F2-425C-8F4F-FF5EBAC6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68A5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8A55"/>
                </a:solidFill>
                <a:latin typeface="Aptos"/>
                <a:ea typeface="Aptos"/>
                <a:cs typeface="Aptos"/>
              </a:rPr>
              <a:t>TARGET CHECK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F7EEB-8132-496A-8AEC-2A34EC2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625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ROAS above 7x. CPO below $22. Publish gate still open.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FB3DDD-17DA-48E0-952A-872DBA1C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149B42-13AB-485E-BDB6-0055BE8C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KICKS CREW ME weekly performance | Apr 27-May 03, 2026 | Sources: paid platforms + GA4 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255995-6379-455E-B629-F4662C94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63787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A8F6B-152D-4CFE-9B52-5F3E4D67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97545-4CBD-4939-BAC5-48896C49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PLATFORM MIX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8000D-140F-48F5-8CEF-1CDA4D98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2CFEE-B6E6-4B24-A59C-5C3D0332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Meta carried the largest revenue pool; Google and Snapchat were both efficient enough to defend.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76F61-230A-4D7C-8321-E89C380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All three channels were above the 7x ROAS floor, which points the clean-up work toward campaign-level pruning rather than channel shutdowns.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EE352-A227-4206-8BC7-4EE69D5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1B65D-19A9-42E1-8629-88F13AB0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E8076-F78B-47B9-A67A-B505AE1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GOOGLE 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41B25-32E3-43A6-B92F-11A5E2D1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$62.2K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F4307-6A26-4828-964B-B2B6B73A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9.16x ROAS | $21.45 CPO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4CAF0-67C7-498F-A0A2-77B3A5A3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F6B50-A346-4801-9984-0EFB452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46BFA-AFD3-4CC0-B91A-4F7B8D47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193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META 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A9A13-BA66-40B5-8096-70F34184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289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$69.4K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865CE-9460-4432-ABCB-E07688AB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099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11.24x ROAS | $20.30 CPO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295DA-B86E-4A2B-BC83-BEFC9C26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BA3BA-C10D-4263-8BDE-C6A7AEC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266C3-44D5-4F9A-8B28-3FA8D3EE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193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SNAPCHAT 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11222-0320-4D46-AB3F-49640C08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289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$11.2K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B693F-20EF-4B80-AD5E-0B476DC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099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10.24x ROAS | $20.22 CPO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BCFE8-E5BC-4D85-9D0C-A8DF5323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Revenue contribution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33D8C-3342-4359-8481-6A30BB9A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Meta 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2965A-DD69-4E12-9053-5BDDD76E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481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AE527-3C2E-49DB-BD75-E92421EF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48175"/>
            <a:ext cx="189795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D4D4E-AD69-4D9C-B044-C29CA767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00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$69,372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09CC7-C603-438F-BDA8-0F5D26D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Google Ads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330D2-D0C3-4826-B485-78CC4A5D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053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0E242-C3A9-4429-B050-F77C0381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05375"/>
            <a:ext cx="170268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0FA41-FF1D-4D34-9342-3884051A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672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$62,155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51094-E115-4B9E-9A14-FB7EAA18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Snapchat 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2B6CA1-D9A3-40AA-BFEF-3171305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625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224326-6AD6-4263-803D-F7C8E99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62575"/>
            <a:ext cx="3046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AE6CA-8A0E-42FC-8EE5-0439E1DC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244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$11,181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02FD9-9633-4E52-9120-970BD21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571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D3E4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CF01E7-61ED-4D90-B992-9603A9E3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IMPLICATION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C21795-2616-43E3-950B-92DA97C8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228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budget story is nuanced: Meta is the biggest revenue driver, but the same platform also contains the worst drag. Keep winners funded while cutting the weak tests.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13B20F-098F-4DF7-8500-88275E4D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8C5C83-289A-42EE-90F5-E783DE61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KICKS CREW ME weekly performance | Apr 27-May 03, 2026 | Sources: paid platforms + GA4 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7A9D86-8EBC-4A4B-BD37-774409CA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12530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DAA158-082A-431D-A6FE-FC675A38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345AC-7AFC-4940-9B24-D44E030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GA4 CROSS-CHECK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D49CD-269B-40A2-9570-22F37F01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5778C-E7A4-427A-8F90-42865284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Site demand improved across the funnel, but cart-to-purchase conversion was flat.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54134-CE3B-40ED-8EAF-9E173F8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GA4 shows healthy traffic and transaction growth, while the final conversion step barely moved.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15D3B-F249-4A5A-8975-45DF5DF9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6A139-4B08-4F95-B798-D54A46F0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A5D38-8E03-420D-B800-7F2F479E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133AD-9535-450E-8CA2-CC78CCE2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86,645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6AD6D-3BA6-416B-B236-E72C032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+11.09% WoW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65C92-73BD-41D8-B853-A9F9D860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342B7-4DBE-44C2-9847-A4EF81D7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85185-D726-46A7-8D43-A0D2BEC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AF473-780C-4203-AE12-95E2E29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599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88618-2BCA-41C8-83FC-62F91A4C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9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+10.72% WoW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97491-4AB8-4BCB-9CB4-4E78F49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E39D0-91F2-4986-B8A4-2DB1A575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82012-7B39-403E-BD4F-594FAE5D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GA4 REVENUE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E634D-DD22-4422-94B8-684D8BF4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289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$120.7K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3F5A0-853F-4879-ACBD-59279319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+8.26% WoW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821BA-FBE9-41B9-AEF9-CBD7F37C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3ECFA-2732-46BF-A8B8-39FF4852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27D2B-EDA4-44D3-BE2E-78C6718D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23051-B099-4BED-97B3-1C9AC368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530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B45309"/>
                </a:solidFill>
                <a:latin typeface="Georgia"/>
                <a:ea typeface="Georgia"/>
                <a:cs typeface="Georgia"/>
              </a:rPr>
              <a:t>84.93%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B7514-B181-4A01-A4A8-256A539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-0.64 pp WoW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28EF4-CA07-4B6E-B6B4-0CDCCC60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Funnel volume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461CD-EC81-4BC9-AE87-13C576DC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B0799-CDD4-4BD2-A1BC-FC860626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672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09B41-A013-4108-8A68-1855A9FE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672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7AEB9-FE4B-4C03-9ADE-D08993B5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86,645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5433B6-07F2-48F6-BC76-22DB6DD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Add to Cart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9C1642-4FC5-4A1D-B721-BC46C4C8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053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845836-2B56-4E03-9C52-51100C7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05375"/>
            <a:ext cx="116814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D7FB1F-F37E-4461-B94D-30317242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672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25,275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0AA8F7-8BFE-4A50-94B7-476A983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Checkouts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15DFFE-5392-4BF8-B26B-E108F398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43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DD04B4-B8AD-4401-B915-45E8E22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43525"/>
            <a:ext cx="32404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F482DC-60FD-40C1-933C-4B6E9E8D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054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7,015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049B08-F7F6-403F-9753-98757B7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Purchases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B002D0-7FA3-4EFC-879B-CFCAE1E5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781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A3393-E6C7-4690-9D2B-F43A2535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78167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60F6CC-C70C-4EB0-B53F-4CB7C44A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435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599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352454-EC6E-49CA-8B59-0C0B220E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D3E4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B596D3-7B29-4E7D-9E89-B8B5A392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WATCH POINT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70F776-5B58-42A9-9972-DA99DC10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2228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Cart-to-purchase CVR was 2.37%, down 0.02 pp. Demand increased; purchase completion did not improve with it.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DBA992-6029-445E-AA93-EAA77322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EF346C-AA43-4107-A91E-E8A16D1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KICKS CREW ME weekly performance | Apr 27-May 03, 2026 | Sources: paid platforms + GA4 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53B31D-3622-44EA-8E75-11C15BE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0050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110FE1-801E-4722-8126-86847872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F1318-0BAB-4EBC-A78E-C24AADC7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CAMPAIGN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3A59B-8042-4183-B90F-2FE66A7B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B6FC9-DA2C-488C-855E-5E29E2C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winners are clear; the drag is concentrated in Meta test campaigns.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3D32A-D000-47AF-A55A-F53CF225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next optimization pass should protect high-ROAS campaigns and stop low-return spend from setting the blended trend.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F6A24-D65D-47B0-9883-AD4F28C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Best current campaigns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55473-2F0E-4A95-A291-A030A433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5A971-D4B5-4779-869C-73211A2E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Campaign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638A3-4078-4326-B519-25DD0237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139FC-A090-4F40-AFF4-1DCED01A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570D1-165A-4C91-97B1-D7B356E9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2604_ME_conversion_manual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C27FB-8C45-4960-91E1-28B28A9B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18.69x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F0AB2-8D71-4C15-BB26-1BD88FB5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$15.91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F6FAC-9DA0-40CA-AA47-AF9083BC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2082B-BC02-4A03-B0ED-FC513448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KC Test Main Account 1.0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53CA8-C07A-44EF-B6A5-B498FAAE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76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17.98x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9C6EE-8DFF-420C-8B4E-321F01ED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76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1BB9F-D905-4693-BFB5-5F39C16A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2604_ASC_UAE_ROAS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EC87F-E852-4F80-A0E0-EFF1FDC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33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15.13x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F8ED6-12FB-485D-9AFA-131F1B54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33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CA1BC-B1DA-4A5B-8403-18A76E3F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B42318"/>
                </a:solidFill>
                <a:latin typeface="Georgia"/>
                <a:ea typeface="Georgia"/>
                <a:cs typeface="Georgia"/>
              </a:rPr>
              <a:t>Weakest drag 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EB5A3-390F-4EAD-920E-8D508C99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08F70-356F-4915-89CE-00BFFFAF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Campaign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03D78-4B3F-436F-B8F3-666DB5E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8722F-4775-4641-B27B-BDCC8658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24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AF04E-1571-47C4-80A8-1FAD07E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2604_ASC_EG_ROAS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26A77-00FD-4CC3-BF42-8E507239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2.39x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ED3C0-2CD9-4088-A7FC-3F241251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19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$116.60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660F0-6B7D-40EC-91A8-90E6E34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04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20CDF6-1093-4C65-BDAC-DCF248EE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766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2604_KSA_manual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61FFC1-B780-4E3F-B8C3-FF34460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76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3.94x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C7B910-CD71-49D7-9FDE-89AD41F7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676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$61.51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06291-F73F-4FF7-A94F-EA6632A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New Format Test KSA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97ACD6-4C6E-4363-8087-108E6364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33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4.27x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44826B-0A91-4E63-9D09-54B5597E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33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$55.32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11C056-5381-49A1-98BD-EC7C6587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53AA6E-6233-4838-AC53-8BCC8106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149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D3E4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A2C5EC-A207-420B-BF05-D71D9617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67350"/>
            <a:ext cx="927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2892A4-5C87-4B37-A24C-6EEAA823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95950"/>
            <a:ext cx="927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Prioritize cutting or restructuring the weakest Meta tests before increasing spend further. Google KU at 6.38x ROAS / $29.55 CPO also needs review, but it is a smaller drag than the Meta underperformers.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84AD9F-1AD6-4635-B218-C1000F8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777CF9-25EB-475B-8A85-80E0DF4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KICKS CREW ME weekly performance | Apr 27-May 03, 2026 | Sources: paid platforms + GA4 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428AB-2EDC-4A22-9F1E-D5A75383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69620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2DAB7-C167-4C14-8896-8621E4A6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92907-8B88-4D60-B338-AD27D220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PUBLISHING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6552C-736A-4FCA-BD87-BBCC8FC6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84EA9-FB6E-4DDE-8573-C45CE90B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report should not be published until Shopify Admin reconciliation clears.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4198E-8C6C-44AB-843F-F94E7425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paid and GA4 data is ready. The missing piece is ground-truth validation against Shopify Admin.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356C7-89B9-4BA5-9F05-4DA5B49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514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D3E4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787DC-5F44-4CB0-ABEE-A645FE0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17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WHY BLOCKED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E82AF-40B7-49B4-9E84-8BC9852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Windsor returned raw order-level rows with obvious zero-value and gift-card-like records. The required Shopify Admin reconciliation could not be completed in this session.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856EE-22B4-4089-AD0F-9296DF8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4514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D3E4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69494-4E4B-484F-AE5E-2EDF5395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19350"/>
            <a:ext cx="417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REQUIRED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D8355-A030-416F-B3EF-C480D941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 instructions require Shopify Admin agreement within +/-2 orders and +/-2% revenue before publishing. Slack canvas overwrite also was not available.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2AC97-5529-49CF-AADE-6EE425DC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CF25D-90CD-475C-ABC7-13E8D637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81075-6B81-4E4C-A08D-F8340927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053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Re-run Shopify 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BEAB2-9DB7-4C5E-87F6-175106B8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Validate Apr 27-May 03 orders and revenue against Shopify Admin totals.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81662-1ABF-4407-8AEB-DD0B4BAE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E5D96-090B-45AE-A116-C9B819CF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6F145-F2EC-4FEF-98ED-5D154E47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435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Restore Slack canvas update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07562-3604-4CE9-929A-73F06FA6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102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Enable replacement of existing weekly canvas F0ASE57CV9C when the gate clears.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156CD-CA84-40A1-A879-3AB21EDA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CE144-A33F-4789-AC68-12DF3C10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1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908AC-8AB0-4266-BF18-8E55673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Cut weak Meta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702E1-8EE8-4567-ACB8-A9FB39B2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Act on ASC EG, KSA manual, and New Format Test KSA before scaling further.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E68AB9-E583-414F-B495-5F93B15A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55876-00B6-4525-9DC7-E4C23073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01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D741D-034B-4CDE-8041-81DD5CB4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Keep efficient campaigns funded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ECC76-E396-4BC8-B660-FE2C0507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02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Protect 2604_ME_conversion_manual, KC Test Main Account 1.0, and ASC UAE.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3E47D-2145-4B9E-98AA-F73BF436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2F2CF-747C-44BD-AF44-9441AB9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Final status: PPTX prepared from weekly notes; publishing remains blocked by reconciliation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7B1F7-D3D5-42B5-93BA-774BCE1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1763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2026-05-04T17:10:08.1850000Z</dcterms:created>
  <dcterms:modified xsi:type="dcterms:W3CDTF">2026-05-04T17:10:08.1850000Z</dcterms:modified>
</coreProperties>
</file>